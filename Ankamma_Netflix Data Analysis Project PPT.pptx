
<file path=[Content_Types].xml><?xml version="1.0" encoding="utf-8"?>
<Types xmlns="http://schemas.openxmlformats.org/package/2006/content-types">
  <Default Extension="jfif" ContentType="image/jpeg"/>
  <Default Extension="jpg" ContentType="image/jpeg"/>
  <Default Extension="pdf"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5" d="100"/>
          <a:sy n="75" d="100"/>
        </p:scale>
        <p:origin x="878" y="269"/>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10/19/2025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10/19/2025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df"/><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4998720" cy="1486641"/>
          </a:xfrm>
        </p:spPr>
        <p:txBody>
          <a:bodyPr>
            <a:noAutofit/>
          </a:bodyPr>
          <a:lstStyle/>
          <a:p>
            <a:pPr algn="r"/>
            <a:r>
              <a:rPr lang="en-US" sz="2200" b="0" dirty="0">
                <a:solidFill>
                  <a:schemeClr val="tx1"/>
                </a:solidFill>
              </a:rPr>
              <a:t>Bellamkonda Ankamma</a:t>
            </a:r>
          </a:p>
          <a:p>
            <a:pPr algn="r"/>
            <a:r>
              <a:rPr lang="en-US" sz="2200" b="0" dirty="0">
                <a:solidFill>
                  <a:schemeClr val="tx1"/>
                </a:solidFill>
              </a:rPr>
              <a:t> STU66279cac233a91713872044</a:t>
            </a:r>
            <a:endParaRPr lang="en-IN" sz="22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77840" y="1734079"/>
            <a:ext cx="7274560" cy="1192002"/>
          </a:xfrm>
        </p:spPr>
        <p:txBody>
          <a:bodyPr>
            <a:normAutofit/>
          </a:bodyPr>
          <a:lstStyle/>
          <a:p>
            <a:r>
              <a:rPr lang="en-GB" sz="3200" dirty="0"/>
              <a:t>Project Title – Netflix Data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79BDAED-19F6-456B-BCFE-6957B656B40E}"/>
              </a:ext>
            </a:extLst>
          </p:cNvPr>
          <p:cNvPicPr>
            <a:picLocks noChangeAspect="1"/>
          </p:cNvPicPr>
          <p:nvPr/>
        </p:nvPicPr>
        <p:blipFill>
          <a:blip r:embed="rId3"/>
          <a:stretch>
            <a:fillRect/>
          </a:stretch>
        </p:blipFill>
        <p:spPr>
          <a:xfrm>
            <a:off x="1117600" y="1608410"/>
            <a:ext cx="8768080" cy="486323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779D7AF-916A-4A87-B757-CB89C9B6A429}"/>
              </a:ext>
            </a:extLst>
          </p:cNvPr>
          <p:cNvPicPr>
            <a:picLocks noChangeAspect="1"/>
          </p:cNvPicPr>
          <p:nvPr/>
        </p:nvPicPr>
        <p:blipFill>
          <a:blip r:embed="rId3"/>
          <a:stretch>
            <a:fillRect/>
          </a:stretch>
        </p:blipFill>
        <p:spPr>
          <a:xfrm>
            <a:off x="675957" y="1666239"/>
            <a:ext cx="9748204" cy="4845265"/>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D877BDC-6F09-4971-AE5F-23A4162D1F1A}"/>
              </a:ext>
            </a:extLst>
          </p:cNvPr>
          <p:cNvPicPr>
            <a:picLocks noChangeAspect="1"/>
          </p:cNvPicPr>
          <p:nvPr/>
        </p:nvPicPr>
        <p:blipFill>
          <a:blip r:embed="rId3"/>
          <a:stretch>
            <a:fillRect/>
          </a:stretch>
        </p:blipFill>
        <p:spPr>
          <a:xfrm>
            <a:off x="675957" y="1275370"/>
            <a:ext cx="9697403" cy="5212041"/>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t>  </a:t>
            </a:r>
          </a:p>
          <a:p>
            <a:pPr marL="0" indent="0">
              <a:buNone/>
            </a:pPr>
            <a:endParaRPr lang="en-US" dirty="0"/>
          </a:p>
          <a:p>
            <a:pPr marL="0" indent="0">
              <a:buNone/>
            </a:pPr>
            <a:r>
              <a:rPr lang="en-US" dirty="0"/>
              <a:t>https://github.com/ankammabellamkonda/-VOIS_AICTE_Oct2025_Netflix_Data_Analysis_Ankamma </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1000"/>
                                        <p:tgtEl>
                                          <p:spTgt spid="10">
                                            <p:txEl>
                                              <p:pRg st="2" end="2"/>
                                            </p:txEl>
                                          </p:spTgt>
                                        </p:tgtEl>
                                      </p:cBhvr>
                                    </p:animEffect>
                                    <p:anim calcmode="lin" valueType="num">
                                      <p:cBhvr>
                                        <p:cTn id="2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21B53B5-8481-42E0-B2AE-B460748E5E8E}"/>
              </a:ext>
            </a:extLst>
          </p:cNvPr>
          <p:cNvPicPr>
            <a:picLocks noChangeAspect="1"/>
          </p:cNvPicPr>
          <p:nvPr/>
        </p:nvPicPr>
        <p:blipFill>
          <a:blip r:embed="rId3"/>
          <a:stretch>
            <a:fillRect/>
          </a:stretch>
        </p:blipFill>
        <p:spPr>
          <a:xfrm>
            <a:off x="5619750" y="2952750"/>
            <a:ext cx="952500" cy="952500"/>
          </a:xfrm>
          <a:prstGeom prst="rect">
            <a:avLst/>
          </a:prstGeom>
        </p:spPr>
      </p:pic>
      <p:pic>
        <p:nvPicPr>
          <p:cNvPr id="11" name="Picture 10">
            <a:extLst>
              <a:ext uri="{FF2B5EF4-FFF2-40B4-BE49-F238E27FC236}">
                <a16:creationId xmlns:a16="http://schemas.microsoft.com/office/drawing/2014/main" id="{59C9AA26-4BC8-4E2D-B8C9-A3EA473F66D2}"/>
              </a:ext>
            </a:extLst>
          </p:cNvPr>
          <p:cNvPicPr>
            <a:picLocks noChangeAspect="1"/>
          </p:cNvPicPr>
          <p:nvPr/>
        </p:nvPicPr>
        <p:blipFill>
          <a:blip r:embed="rId4"/>
          <a:stretch>
            <a:fillRect/>
          </a:stretch>
        </p:blipFill>
        <p:spPr>
          <a:xfrm>
            <a:off x="1249532" y="1568824"/>
            <a:ext cx="9692935" cy="4536141"/>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54B58A1-2AD2-4700-896D-E8545E561748}"/>
              </a:ext>
            </a:extLst>
          </p:cNvPr>
          <p:cNvPicPr>
            <a:picLocks noChangeAspect="1"/>
          </p:cNvPicPr>
          <p:nvPr/>
        </p:nvPicPr>
        <p:blipFill>
          <a:blip r:embed="rId3"/>
          <a:stretch>
            <a:fillRect/>
          </a:stretch>
        </p:blipFill>
        <p:spPr>
          <a:xfrm>
            <a:off x="412376" y="1252537"/>
            <a:ext cx="10530091" cy="4933110"/>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506071"/>
            <a:ext cx="11340000" cy="2628707"/>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613</TotalTime>
  <Words>370</Words>
  <Application>Microsoft Office PowerPoint</Application>
  <PresentationFormat>Widescreen</PresentationFormat>
  <Paragraphs>43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Netflix Data Analysis </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Bellamkonda</cp:lastModifiedBy>
  <cp:revision>118</cp:revision>
  <dcterms:created xsi:type="dcterms:W3CDTF">2021-07-11T13:13:15Z</dcterms:created>
  <dcterms:modified xsi:type="dcterms:W3CDTF">2025-10-19T08:00:33Z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